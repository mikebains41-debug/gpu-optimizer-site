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OPTIMIZER INC.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Detecting the GPU power and security blind spot standard monitoring can't see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Manmohan (Mike) Bains, Founder &amp; CEO  ·  Federally incorporated, Canada  ·  gpu-optimizer.com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GPU operators are flying blind on their own hardware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GPU providers, data centers, and AI infrastructure operators cannot see what their own NVIDIA GPUs are actually doing.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telemetry (NVML — the layer every monitoring tool from DCGM to Datadog depends on) reports 0% utilization on idle SXM/HBM GPUs, while the hardware itself continues drawing substantial power and retaining previous-tenant memory data.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10789920" cy="16459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owns this problem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/ security cost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GPU providers (hyperscale &amp; mid-market)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Unmetered electricity cost at fleet scale, invisible to billing systems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center operators running multi-tenant workloads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VRAM data exposure risk across sequential tenants on shared hardware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&amp; security teams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existing tool (DCGM, Datadog, Prometheus, Grafana) can detect either condition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+ VALUE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detection layer existing monitoring tools structurally cannot replicate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Optimizer cross-validates power draw and memory state against reported NVML utilization, surfacing hardware-level anomalies invisible to every existing monitoring stack.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5176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82112" y="265176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265176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0F9FB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65176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45352" y="265176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675120" y="265176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0F9FB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265176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PostgreSQL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08592" y="265176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738360" y="265176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0F9FB"/>
          </a:solidFill>
          <a:ln/>
        </p:spPr>
      </p:sp>
      <p:sp>
        <p:nvSpPr>
          <p:cNvPr id="15" name="Text 13"/>
          <p:cNvSpPr/>
          <p:nvPr/>
        </p:nvSpPr>
        <p:spPr>
          <a:xfrm>
            <a:off x="9738360" y="265176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Alerts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alternative &amp; why we're different: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DCGM, Datadog, Prometheus, and Grafana all depend on NVML — the same telemetry layer that reports 0% utilization during both ghost power and VRAM residual events. There is no configuration of these tools that detects either condition; the blind spot is structural, not a settings gap.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+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Optimizer Inc.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started this company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Mike Bains independently discovered the ghost power anomaly while investigating unexplained GPU power draw during cloud testing, and pursued it into a full 42-test validation program across 7 architectures.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Manmohan (Mike) Bains — Founder &amp; CEO. Sole founder; independently designed and executed the full test methodology, built the detection API, and secured third-party validation.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how we're filling them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and enterprise sales experience is being built through the current funding round and the Serial Alice/Sirius GreenTech partnership, which brings established data center relationships in Portugal/EU.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HARDWARE DEVICE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applicable — GPU Optimizer is software-only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789920" cy="2011680"/>
          </a:xfrm>
          <a:prstGeom prst="rect">
            <a:avLst/>
          </a:prstGeom>
          <a:solidFill>
            <a:srgbClr val="F0F9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Optimizer does not build or require any proprietary electronic hardware, custom silicon, sensors, or embedded systems.</a:t>
            </a:r>
            <a:endParaRPr lang="en-US" sz="1350" dirty="0"/>
          </a:p>
          <a:p>
            <a:pPr indent="0" marL="0">
              <a:buNone/>
            </a:pPr>
            <a:r>
              <a:rPr lang="en-US" sz="8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 is a software detection layer that runs on standard cloud and data center infrastructure, reading existing NVIDIA GPU telemetry (via NVML/nvidia-smi) and cross-validating it against independently measured power and memory state.</a:t>
            </a:r>
            <a:endParaRPr lang="en-US" sz="1350" dirty="0"/>
          </a:p>
          <a:p>
            <a:pPr indent="0" marL="0">
              <a:buNone/>
            </a:pPr>
            <a:r>
              <a:rPr lang="en-US" sz="8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intellectual property is in the detection methodology — the DESYNC/GHOST anomaly detection approach and the Compute Energy Intensity (CEI) benchmark standard — not in physical components.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Per-GPU licensing into a growing, underserved compliance gap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00800" cy="18288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sizing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 — global cloud/data-center operators, high-end NVIDIA fleets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 $25M–$450M annually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— North America &amp; Europe rollout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 $5M–$90M annually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 — 1–3% of SAM over 3–5 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 $50K–$2.7M ARR before fleet expansion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554480"/>
            <a:ext cx="4389120" cy="1828800"/>
          </a:xfrm>
          <a:prstGeom prst="rect">
            <a:avLst/>
          </a:prstGeom>
          <a:solidFill>
            <a:srgbClr val="F0F9FB"/>
          </a:solidFill>
          <a:ln/>
        </p:spPr>
      </p:sp>
      <p:sp>
        <p:nvSpPr>
          <p:cNvPr id="6" name="Text 3"/>
          <p:cNvSpPr/>
          <p:nvPr/>
        </p:nvSpPr>
        <p:spPr>
          <a:xfrm>
            <a:off x="7452360" y="1691640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problem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security &amp; compliance teams at cloud GPU providers and data centers.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model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per-GPU subscription (~CAD $25K/year initial enterprise contracts)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strategy: direct enterprise sales into infrastructure/security teams, supported by compliance readiness (SOC2/ISO 27001) and third-party technical validation as the trust signal that opens procurement conversations.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Pre-revenue — technical validation complete, commercial validation underway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pre-revenue. Here is exactly where things stand: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0789920" cy="237744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confirmed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findings independently validated by Serial Alice/Sirius GreenTech (15 TDX-attested certificates)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signed customer agreements yet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design-partner discussions underway with Serial Alice for commercial deployment across their data center client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confirmed purchase intent from a data center operator yet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prototype and live detection API validated across 42 hardware tests, 7 architectures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SOC2/ISO 27001 certification not yet complete — the current procurement blocker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infrastructure hardened: dependency scanning, branch protection, and audit logging live across all repos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Raising CAD $175,000 to convert validation into revenue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— SOC2 Type II &amp; ISO 27001 certification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blocker to enterprise data center contracts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— working capital &amp; operating runway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6–9 month certification and initial sales cycle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749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37033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SOC2 Type II and ISO 27001 certification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25196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420624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Canadian patent application with CIPO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75488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754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470916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Serial Alice / Sirius GreenTech discussions into a signed licensing agreement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25780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257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521208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first paying data center or cloud GPU customer under per-GPU licensing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Bains, Founder  ·  mike@gpu-optimizer.com  ·  gpu-optimizer.com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Posture as of 2026-07-09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de-risked the #1 reason enterprise deals die in procurement: security questionnaires.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0789920" cy="237744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Controls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known CVEs (patched CVE-2025-69223, CVSS 7.5, aiohttp zip-bomb DoS, among others)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protection enforced: PR required, force-push blocked, deletion 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CODEOWNERS + audit logging live on private repo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hardening: non-root execution, pinned image tags, resource limits across all Docker/K8s configs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GPU Optimizer Inc. — ventureLAB Submission</dc:title>
  <dc:subject>PptxGenJS Presentation</dc:subject>
  <dc:creator>Manmohan Bains</dc:creator>
  <cp:lastModifiedBy>Manmohan Bains</cp:lastModifiedBy>
  <cp:revision>1</cp:revision>
  <dcterms:created xsi:type="dcterms:W3CDTF">2026-07-09T02:09:32Z</dcterms:created>
  <dcterms:modified xsi:type="dcterms:W3CDTF">2026-07-09T02:09:32Z</dcterms:modified>
</cp:coreProperties>
</file>